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04120" y="-1005840"/>
            <a:ext cx="2971800" cy="2971800"/>
          </a:xfrm>
          <a:prstGeom prst="ellipse">
            <a:avLst/>
          </a:prstGeom>
          <a:solidFill>
            <a:srgbClr val="14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4892040"/>
            <a:ext cx="2971800" cy="2971800"/>
          </a:xfrm>
          <a:prstGeom prst="ellipse">
            <a:avLst/>
          </a:prstGeom>
          <a:solidFill>
            <a:srgbClr val="31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99648" y="411480"/>
            <a:ext cx="566928" cy="73152"/>
          </a:xfrm>
          <a:prstGeom prst="roundRect">
            <a:avLst/>
          </a:prstGeom>
          <a:solidFill>
            <a:srgbClr val="E0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0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84048"/>
            <a:ext cx="749808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2768" y="384048"/>
            <a:ext cx="50292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8F9FC"/>
                </a:solidFill>
                <a:latin typeface="Aptos"/>
              </a:rPr>
              <a:t>IILM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749808"/>
            <a:ext cx="50292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BEC7D6"/>
                </a:solidFill>
                <a:latin typeface="Aptos"/>
              </a:rPr>
              <a:t>Greater Noida, Uttar Pradesh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8813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0B73E"/>
                </a:solidFill>
                <a:latin typeface="Aptos"/>
              </a:rPr>
              <a:t>INTERNSHIP EVALUATION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09270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100" b="1" i="0">
                <a:solidFill>
                  <a:srgbClr val="F8F9FC"/>
                </a:solidFill>
                <a:latin typeface="Aptos"/>
              </a:rPr>
              <a:t>Customer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6856"/>
            <a:ext cx="109270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 i="0">
                <a:solidFill>
                  <a:srgbClr val="F8F9FC"/>
                </a:solidFill>
                <a:latin typeface="Aptos"/>
              </a:rPr>
              <a:t>using K-Means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61488"/>
            <a:ext cx="95554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BEC7D6"/>
                </a:solidFill>
                <a:latin typeface="Aptos"/>
              </a:rPr>
              <a:t>Leveraging machine learning to understand customer behavior and optimize business strategies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3264408"/>
            <a:ext cx="1856231" cy="32004"/>
          </a:xfrm>
          <a:prstGeom prst="rect">
            <a:avLst/>
          </a:prstGeom>
          <a:solidFill>
            <a:srgbClr val="E0B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547872"/>
            <a:ext cx="10881360" cy="199339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94760"/>
            <a:ext cx="4526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A5B91"/>
                </a:solidFill>
                <a:latin typeface="Aptos"/>
              </a:rPr>
              <a:t>STUDENT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45262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534"/>
                </a:solidFill>
                <a:latin typeface="Aptos"/>
              </a:rPr>
              <a:t>ADARSH PRATAP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94760"/>
            <a:ext cx="4526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A5B91"/>
                </a:solidFill>
                <a:latin typeface="Aptos"/>
              </a:rPr>
              <a:t>ENROLLMENT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23360"/>
            <a:ext cx="45262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534"/>
                </a:solidFill>
                <a:latin typeface="Aptos"/>
              </a:rPr>
              <a:t>25SCS1003001632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07992"/>
            <a:ext cx="4526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A5B91"/>
                </a:solidFill>
                <a:latin typeface="Aptos"/>
              </a:rPr>
              <a:t>PROGRAM &amp; SEMESTER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36592"/>
            <a:ext cx="45262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534"/>
                </a:solidFill>
                <a:latin typeface="Aptos"/>
              </a:rPr>
              <a:t>B.Tech CSE • 2nd Year / 3rd Semester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07992"/>
            <a:ext cx="4526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A5B91"/>
                </a:solidFill>
                <a:latin typeface="Aptos"/>
              </a:rPr>
              <a:t>ORGANIZATION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736592"/>
            <a:ext cx="452628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534"/>
                </a:solidFill>
                <a:latin typeface="Aptos"/>
              </a:rPr>
              <a:t>QualityKiosk Technologies Pvt. Ltd.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5705856"/>
            <a:ext cx="9738360" cy="749808"/>
          </a:xfrm>
          <a:prstGeom prst="roundRect">
            <a:avLst/>
          </a:prstGeom>
          <a:solidFill>
            <a:srgbClr val="142A52"/>
          </a:solidFill>
          <a:ln w="13970">
            <a:solidFill>
              <a:srgbClr val="E0B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797296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0B73E"/>
                </a:solidFill>
                <a:latin typeface="Aptos"/>
              </a:rPr>
              <a:t>PYTHON DEVELOPER INTERN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5797296"/>
            <a:ext cx="3886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F9FC"/>
                </a:solidFill>
                <a:latin typeface="Aptos"/>
              </a:rPr>
              <a:t>25 JUNE 2026  —  25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797296"/>
            <a:ext cx="22402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0B73E"/>
                </a:solidFill>
                <a:latin typeface="Aptos"/>
              </a:rPr>
              <a:t>SESSION 2025–29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BEC7D6"/>
                </a:solidFill>
                <a:latin typeface="Aptos"/>
              </a:rPr>
              <a:t>Internship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