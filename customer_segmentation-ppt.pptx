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7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729125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200" y="438912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9273E"/>
                </a:solidFill>
                <a:latin typeface="Aptos"/>
              </a:rPr>
              <a:t>IILM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804672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07B"/>
                </a:solidFill>
                <a:latin typeface="Aptos"/>
              </a:rPr>
              <a:t>Greater Noida, Uttar Pradesh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674B4"/>
                </a:solidFill>
                <a:latin typeface="Aptos"/>
              </a:rPr>
              <a:t>INTERNSHIP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19273E"/>
                </a:solidFill>
                <a:latin typeface="Aptos"/>
              </a:rPr>
              <a:t>Customer Segmentation using K-Means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0">
                <a:solidFill>
                  <a:srgbClr val="69707B"/>
                </a:solidFill>
                <a:latin typeface="Aptos"/>
              </a:rPr>
              <a:t>Leveraging machine learning to understand customer behavior and optimize business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69707B"/>
                </a:solidFill>
                <a:latin typeface="Aptos"/>
              </a:rPr>
              <a:t>STUDENT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30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373C44"/>
                </a:solidFill>
                <a:latin typeface="Aptos"/>
              </a:rPr>
              <a:t>ADARSH PRATAP SINGH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2900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69707B"/>
                </a:solidFill>
                <a:latin typeface="Aptos"/>
              </a:rPr>
              <a:t>ENROLLMENT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6301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373C44"/>
                </a:solidFill>
                <a:latin typeface="Aptos"/>
              </a:rPr>
              <a:t>25SCS1003001632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69707B"/>
                </a:solidFill>
                <a:latin typeface="Aptos"/>
              </a:rPr>
              <a:t>PROGRAM &amp; SEMESTER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445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373C44"/>
                </a:solidFill>
                <a:latin typeface="Aptos"/>
              </a:rPr>
              <a:t>B.Tech CSE • 2nd Year / 4th Semester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4340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69707B"/>
                </a:solidFill>
                <a:latin typeface="Aptos"/>
              </a:rPr>
              <a:t>ORGANIZATION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445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373C44"/>
                </a:solidFill>
                <a:latin typeface="Aptos"/>
              </a:rPr>
              <a:t>QualityKiosk Technologies Pvt. Ltd.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21808"/>
            <a:ext cx="10332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2674B4"/>
                </a:solidFill>
                <a:latin typeface="Aptos"/>
              </a:rPr>
              <a:t>Role: Python Developer Intern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50992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373C44"/>
                </a:solidFill>
                <a:latin typeface="Aptos"/>
              </a:rPr>
              <a:t>Internship Period: 10 June 2026 – 10 August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16752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2674B4"/>
                </a:solidFill>
                <a:latin typeface="Aptos"/>
              </a:rPr>
              <a:t>SESSION: 2025 - 29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